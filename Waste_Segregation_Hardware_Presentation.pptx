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8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6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9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3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9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2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4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2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8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8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2806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52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584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98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7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3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7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6181" y="624109"/>
            <a:ext cx="7747819" cy="6233891"/>
          </a:xfrm>
        </p:spPr>
        <p:txBody>
          <a:bodyPr>
            <a:normAutofit/>
          </a:bodyPr>
          <a:lstStyle/>
          <a:p>
            <a:r>
              <a:rPr lang="en-IN" sz="7300" b="1" dirty="0"/>
              <a:t>AUTOMATIC WASTE SEGREGATION SYSTEM</a:t>
            </a:r>
            <a:br>
              <a:rPr lang="en-IN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465" y="476626"/>
            <a:ext cx="6589199" cy="1280890"/>
          </a:xfrm>
        </p:spPr>
        <p:txBody>
          <a:bodyPr>
            <a:normAutofit/>
          </a:bodyPr>
          <a:lstStyle/>
          <a:p>
            <a:r>
              <a:rPr lang="en-IN" sz="60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9703" y="1509490"/>
            <a:ext cx="7954297" cy="4724400"/>
          </a:xfrm>
        </p:spPr>
        <p:txBody>
          <a:bodyPr>
            <a:noAutofit/>
          </a:bodyPr>
          <a:lstStyle/>
          <a:p>
            <a:r>
              <a:rPr sz="4000" dirty="0"/>
              <a:t>A hardware-based model that segregates waste into Wet, Dry, and Metal.</a:t>
            </a:r>
          </a:p>
          <a:p>
            <a:r>
              <a:rPr sz="4000" dirty="0"/>
              <a:t>Uses sensors, servo motors, and microcontrollers.</a:t>
            </a:r>
          </a:p>
          <a:p>
            <a:r>
              <a:rPr sz="4000" dirty="0"/>
              <a:t>Designed to support efficient household waste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187" y="476627"/>
            <a:ext cx="7806813" cy="1280890"/>
          </a:xfrm>
        </p:spPr>
        <p:txBody>
          <a:bodyPr>
            <a:noAutofit/>
          </a:bodyPr>
          <a:lstStyle/>
          <a:p>
            <a:r>
              <a:rPr lang="en-IN" sz="6000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877" y="1553497"/>
            <a:ext cx="8023123" cy="5304503"/>
          </a:xfrm>
        </p:spPr>
        <p:txBody>
          <a:bodyPr>
            <a:normAutofit/>
          </a:bodyPr>
          <a:lstStyle/>
          <a:p>
            <a:r>
              <a:rPr lang="en-IN" sz="4000" dirty="0"/>
              <a:t>M</a:t>
            </a:r>
            <a:r>
              <a:rPr sz="4000" dirty="0" err="1"/>
              <a:t>anual</a:t>
            </a:r>
            <a:r>
              <a:rPr sz="4000" dirty="0"/>
              <a:t> waste segregation is time-consuming and inaccurate.</a:t>
            </a:r>
          </a:p>
          <a:p>
            <a:r>
              <a:rPr sz="4000" dirty="0"/>
              <a:t>Mixed waste leads to pollution and recycling problems.</a:t>
            </a:r>
          </a:p>
          <a:p>
            <a:r>
              <a:rPr sz="4000" dirty="0"/>
              <a:t>Need for an automated, low-cost segregation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884" y="500968"/>
            <a:ext cx="6589199" cy="1280890"/>
          </a:xfrm>
        </p:spPr>
        <p:txBody>
          <a:bodyPr>
            <a:normAutofit/>
          </a:bodyPr>
          <a:lstStyle/>
          <a:p>
            <a:r>
              <a:rPr lang="en-IN" sz="6000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8529" y="1573161"/>
            <a:ext cx="7885471" cy="5284839"/>
          </a:xfrm>
        </p:spPr>
        <p:txBody>
          <a:bodyPr>
            <a:noAutofit/>
          </a:bodyPr>
          <a:lstStyle/>
          <a:p>
            <a:r>
              <a:rPr sz="3600" dirty="0"/>
              <a:t>Identify waste type using sensors.</a:t>
            </a:r>
          </a:p>
          <a:p>
            <a:r>
              <a:rPr sz="3600" dirty="0"/>
              <a:t>Automatically open the correct bin using servo motors.</a:t>
            </a:r>
          </a:p>
          <a:p>
            <a:r>
              <a:rPr sz="3600" dirty="0"/>
              <a:t>Improve accuracy and reduce human effort.</a:t>
            </a:r>
          </a:p>
          <a:p>
            <a:r>
              <a:rPr sz="3600" dirty="0"/>
              <a:t>Make a simple, low‑cost prototype.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819" y="555284"/>
            <a:ext cx="7619999" cy="1280890"/>
          </a:xfrm>
        </p:spPr>
        <p:txBody>
          <a:bodyPr>
            <a:noAutofit/>
          </a:bodyPr>
          <a:lstStyle/>
          <a:p>
            <a:r>
              <a:rPr lang="en-IN" sz="6000" b="1" dirty="0"/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871" y="2379406"/>
            <a:ext cx="7964129" cy="4478594"/>
          </a:xfrm>
        </p:spPr>
        <p:txBody>
          <a:bodyPr>
            <a:noAutofit/>
          </a:bodyPr>
          <a:lstStyle/>
          <a:p>
            <a:r>
              <a:rPr sz="3200" dirty="0"/>
              <a:t>Arduino Uno</a:t>
            </a:r>
          </a:p>
          <a:p>
            <a:r>
              <a:rPr sz="3200" dirty="0"/>
              <a:t>IR sensor / Proximity Sensor</a:t>
            </a:r>
          </a:p>
          <a:p>
            <a:r>
              <a:rPr sz="3200" dirty="0"/>
              <a:t>Metal detection sensor</a:t>
            </a:r>
          </a:p>
          <a:p>
            <a:r>
              <a:rPr sz="3200" dirty="0"/>
              <a:t> Servo Motors (2 for lid)</a:t>
            </a:r>
          </a:p>
          <a:p>
            <a:r>
              <a:rPr sz="3200" dirty="0"/>
              <a:t> Stepper Motor (rotation)</a:t>
            </a:r>
          </a:p>
          <a:p>
            <a:r>
              <a:rPr sz="3200" dirty="0"/>
              <a:t>Dustbin Mechanism</a:t>
            </a:r>
          </a:p>
          <a:p>
            <a:r>
              <a:rPr sz="3200" dirty="0"/>
              <a:t>Power Supply &amp; Wires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407" y="496290"/>
            <a:ext cx="7562593" cy="1280890"/>
          </a:xfrm>
        </p:spPr>
        <p:txBody>
          <a:bodyPr>
            <a:normAutofit/>
          </a:bodyPr>
          <a:lstStyle/>
          <a:p>
            <a:r>
              <a:rPr lang="en-IN" sz="6000" b="1" dirty="0"/>
              <a:t>BLOCK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89DD74-5DDB-D863-D789-F4CB73A2E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3" y="1904999"/>
            <a:ext cx="7865807" cy="4953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6685" y="437297"/>
            <a:ext cx="7777316" cy="1280890"/>
          </a:xfrm>
        </p:spPr>
        <p:txBody>
          <a:bodyPr>
            <a:noAutofit/>
          </a:bodyPr>
          <a:lstStyle/>
          <a:p>
            <a:r>
              <a:rPr lang="en-IN" sz="6000" b="1" dirty="0"/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387" y="1540188"/>
            <a:ext cx="8111614" cy="5317811"/>
          </a:xfrm>
        </p:spPr>
        <p:txBody>
          <a:bodyPr>
            <a:noAutofit/>
          </a:bodyPr>
          <a:lstStyle/>
          <a:p>
            <a:r>
              <a:rPr sz="4000" dirty="0"/>
              <a:t>Sensor detects type of waste.</a:t>
            </a:r>
          </a:p>
          <a:p>
            <a:r>
              <a:rPr sz="4000" dirty="0"/>
              <a:t>Arduino processes the signal.</a:t>
            </a:r>
          </a:p>
          <a:p>
            <a:r>
              <a:rPr sz="4000" dirty="0"/>
              <a:t>Stepper rotates bin to correct position.</a:t>
            </a:r>
          </a:p>
          <a:p>
            <a:r>
              <a:rPr sz="4000" dirty="0"/>
              <a:t>Servo motors open dustbin lid.</a:t>
            </a:r>
          </a:p>
          <a:p>
            <a:r>
              <a:rPr sz="4000" dirty="0"/>
              <a:t>Waste falls into correct bin.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098" y="466794"/>
            <a:ext cx="6589199" cy="1280890"/>
          </a:xfrm>
        </p:spPr>
        <p:txBody>
          <a:bodyPr>
            <a:normAutofit/>
          </a:bodyPr>
          <a:lstStyle/>
          <a:p>
            <a:r>
              <a:rPr lang="en-IN" sz="6000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9703" y="1573161"/>
            <a:ext cx="7954297" cy="5284839"/>
          </a:xfrm>
        </p:spPr>
        <p:txBody>
          <a:bodyPr>
            <a:normAutofit/>
          </a:bodyPr>
          <a:lstStyle/>
          <a:p>
            <a:r>
              <a:rPr sz="4000" dirty="0"/>
              <a:t>1. Collect waste.</a:t>
            </a:r>
          </a:p>
          <a:p>
            <a:r>
              <a:rPr sz="4000" dirty="0"/>
              <a:t>2. Sensor detection.</a:t>
            </a:r>
          </a:p>
          <a:p>
            <a:r>
              <a:rPr sz="4000" dirty="0"/>
              <a:t>3. Arduino classification.</a:t>
            </a:r>
          </a:p>
          <a:p>
            <a:r>
              <a:rPr sz="4000" dirty="0"/>
              <a:t>4. Stepper motor positioning.</a:t>
            </a:r>
          </a:p>
          <a:p>
            <a:r>
              <a:rPr sz="4000" dirty="0"/>
              <a:t>5. Servo‑based lid opening.</a:t>
            </a:r>
          </a:p>
          <a:p>
            <a:r>
              <a:rPr sz="4000" dirty="0"/>
              <a:t>6. Automatic segregation.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594" y="449587"/>
            <a:ext cx="6589199" cy="1280890"/>
          </a:xfrm>
        </p:spPr>
        <p:txBody>
          <a:bodyPr>
            <a:normAutofit/>
          </a:bodyPr>
          <a:lstStyle/>
          <a:p>
            <a:r>
              <a:rPr lang="en-IN" sz="6000" b="1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381" y="1730477"/>
            <a:ext cx="8052619" cy="5127523"/>
          </a:xfrm>
        </p:spPr>
        <p:txBody>
          <a:bodyPr>
            <a:noAutofit/>
          </a:bodyPr>
          <a:lstStyle/>
          <a:p>
            <a:r>
              <a:rPr sz="4400" dirty="0"/>
              <a:t>Successfully segregates Wet, Dry, and Metal waste.</a:t>
            </a:r>
          </a:p>
          <a:p>
            <a:r>
              <a:rPr sz="4400" dirty="0"/>
              <a:t>Sensors respond quickly.</a:t>
            </a:r>
          </a:p>
          <a:p>
            <a:r>
              <a:rPr sz="4400" dirty="0"/>
              <a:t>Mechanism works smoothly with servo and stepper motors.</a:t>
            </a:r>
          </a:p>
          <a:p>
            <a:r>
              <a:rPr sz="4400" dirty="0"/>
              <a:t>Simple and cost‑effective.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923" y="525788"/>
            <a:ext cx="6589199" cy="1280890"/>
          </a:xfrm>
        </p:spPr>
        <p:txBody>
          <a:bodyPr>
            <a:normAutofit/>
          </a:bodyPr>
          <a:lstStyle/>
          <a:p>
            <a:r>
              <a:rPr lang="en-IN" sz="6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7187" y="1632155"/>
            <a:ext cx="7806813" cy="5225845"/>
          </a:xfrm>
        </p:spPr>
        <p:txBody>
          <a:bodyPr>
            <a:noAutofit/>
          </a:bodyPr>
          <a:lstStyle/>
          <a:p>
            <a:r>
              <a:rPr sz="4400" dirty="0"/>
              <a:t>Hardware-based system is efficient and practical.</a:t>
            </a:r>
          </a:p>
          <a:p>
            <a:r>
              <a:rPr sz="4400" dirty="0"/>
              <a:t>Reduces human effort in waste segregation.</a:t>
            </a:r>
          </a:p>
          <a:p>
            <a:r>
              <a:rPr sz="4400" dirty="0"/>
              <a:t>Can be improved for larger‑scale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</TotalTime>
  <Words>253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AUTOMATIC WASTE SEGREGATION SYSTEM </vt:lpstr>
      <vt:lpstr>INTRODUCTION</vt:lpstr>
      <vt:lpstr>PROBLEM STATEMENT</vt:lpstr>
      <vt:lpstr>OBJECTIVES</vt:lpstr>
      <vt:lpstr>HARDWARE COMPONENTS</vt:lpstr>
      <vt:lpstr>BLOCK DIAGRAM</vt:lpstr>
      <vt:lpstr>WORKING PRINCIPLE</vt:lpstr>
      <vt:lpstr>METHODOLOGY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KOMAL HN</cp:lastModifiedBy>
  <cp:revision>2</cp:revision>
  <dcterms:created xsi:type="dcterms:W3CDTF">2013-01-27T09:14:16Z</dcterms:created>
  <dcterms:modified xsi:type="dcterms:W3CDTF">2025-11-27T04:47:11Z</dcterms:modified>
  <cp:category/>
</cp:coreProperties>
</file>